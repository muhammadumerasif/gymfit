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8B5CF6"/>
                </a:solidFill>
              </a:defRPr>
            </a:pPr>
            <a:r>
              <a:t>PRODUCT CASE STUDY &amp; PITCH DECK</a:t>
            </a:r>
          </a:p>
          <a:p>
            <a:pPr>
              <a:spcAft>
                <a:spcPts val="1400"/>
              </a:spcAft>
              <a:defRPr sz="2800" b="1">
                <a:solidFill>
                  <a:srgbClr val="F5F3FA"/>
                </a:solidFill>
              </a:defRPr>
            </a:pPr>
            <a:r>
              <a:t>GymFit: Next-Gen Fitness &amp; Studio Operations Platform</a:t>
            </a:r>
          </a:p>
          <a:p>
            <a:pPr>
              <a:spcAft>
                <a:spcPts val="2400"/>
              </a:spcAft>
              <a:defRPr sz="1300">
                <a:solidFill>
                  <a:srgbClr val="9C97AD"/>
                </a:solidFill>
              </a:defRPr>
            </a:pPr>
            <a:r>
              <a:t>A modern mobile app ecosystem uniting members, personal trainers, and gym owners with gamified workouts, self-service bookings, and instant QR check-ins.</a:t>
            </a:r>
          </a:p>
          <a:p>
            <a:pPr>
              <a:defRPr sz="1100" b="1">
                <a:solidFill>
                  <a:srgbClr val="FF5D3A"/>
                </a:solidFill>
              </a:defRPr>
            </a:pPr>
            <a:r>
              <a:t>• React Native 0.86  • Expo 57  • iOS &amp; Android  • Dual-Role Architecture</a:t>
            </a:r>
          </a:p>
        </p:txBody>
      </p:sp>
      <p:pic>
        <p:nvPicPr>
          <p:cNvPr id="4" name="Picture 3" descr="gymfit_hero_showcase_17869740547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0292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Bridging The Gap Between Member Engagement &amp; Gym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80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5D3A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500" b="1">
                <a:solidFill>
                  <a:srgbClr val="F5F3FA"/>
                </a:solidFill>
              </a:defRPr>
            </a:pPr>
            <a:r>
              <a:t>Front Desk Bottlenecks</a:t>
            </a:r>
          </a:p>
          <a:p>
            <a:pPr>
              <a:spcAft>
                <a:spcPts val="2000"/>
              </a:spcAft>
              <a:defRPr sz="1100">
                <a:solidFill>
                  <a:srgbClr val="9C97AD"/>
                </a:solidFill>
              </a:defRPr>
            </a:pPr>
            <a:r>
              <a:t>Manual sign-ins, paper logs, and long lines at peak hours lose valuable attendance data and frustrate gym members.</a:t>
            </a:r>
          </a:p>
          <a:p>
            <a:pPr>
              <a:spcAft>
                <a:spcPts val="400"/>
              </a:spcAft>
              <a:defRPr sz="1000" b="1">
                <a:solidFill>
                  <a:srgbClr val="8B5CF6"/>
                </a:solidFill>
              </a:defRPr>
            </a:pPr>
            <a:r>
              <a:t>GYMFIT SOLUTION</a:t>
            </a:r>
          </a:p>
          <a:p>
            <a:pPr>
              <a:spcAft>
                <a:spcPts val="600"/>
              </a:spcAft>
              <a:defRPr sz="1400" b="1">
                <a:solidFill>
                  <a:srgbClr val="F5F3FA"/>
                </a:solidFill>
              </a:defRPr>
            </a:pPr>
            <a:r>
              <a:t>Fast Dynamic QR Pass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Sub-2-second digital check-in with live radar verification for coaches &amp;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880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5D3A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500" b="1">
                <a:solidFill>
                  <a:srgbClr val="F5F3FA"/>
                </a:solidFill>
              </a:defRPr>
            </a:pPr>
            <a:r>
              <a:t>Member Churn &amp; Inconsistency</a:t>
            </a:r>
          </a:p>
          <a:p>
            <a:pPr>
              <a:spcAft>
                <a:spcPts val="2000"/>
              </a:spcAft>
              <a:defRPr sz="1100">
                <a:solidFill>
                  <a:srgbClr val="9C97AD"/>
                </a:solidFill>
              </a:defRPr>
            </a:pPr>
            <a:r>
              <a:t>Members lack structured guidance and drop off due to unmonitored workouts and no visual milestones.</a:t>
            </a:r>
          </a:p>
          <a:p>
            <a:pPr>
              <a:spcAft>
                <a:spcPts val="400"/>
              </a:spcAft>
              <a:defRPr sz="1000" b="1">
                <a:solidFill>
                  <a:srgbClr val="8B5CF6"/>
                </a:solidFill>
              </a:defRPr>
            </a:pPr>
            <a:r>
              <a:t>GYMFIT SOLUTION</a:t>
            </a:r>
          </a:p>
          <a:p>
            <a:pPr>
              <a:spcAft>
                <a:spcPts val="600"/>
              </a:spcAft>
              <a:defRPr sz="1400" b="1">
                <a:solidFill>
                  <a:srgbClr val="F5F3FA"/>
                </a:solidFill>
              </a:defRPr>
            </a:pPr>
            <a:r>
              <a:t>Gamified RepRings &amp; Streaks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Visual SVG progress rings, daily XP challenges, and tailored hypertrophy/cardio routines.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783080"/>
            <a:ext cx="2880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5D3A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500" b="1">
                <a:solidFill>
                  <a:srgbClr val="F5F3FA"/>
                </a:solidFill>
              </a:defRPr>
            </a:pPr>
            <a:r>
              <a:t>Booking &amp; Revenue Leakage</a:t>
            </a:r>
          </a:p>
          <a:p>
            <a:pPr>
              <a:spcAft>
                <a:spcPts val="2000"/>
              </a:spcAft>
              <a:defRPr sz="1100">
                <a:solidFill>
                  <a:srgbClr val="9C97AD"/>
                </a:solidFill>
              </a:defRPr>
            </a:pPr>
            <a:r>
              <a:t>Scheduling personal trainers over phone or WhatsApp causes double bookings and lost coaching income.</a:t>
            </a:r>
          </a:p>
          <a:p>
            <a:pPr>
              <a:spcAft>
                <a:spcPts val="400"/>
              </a:spcAft>
              <a:defRPr sz="1000" b="1">
                <a:solidFill>
                  <a:srgbClr val="8B5CF6"/>
                </a:solidFill>
              </a:defRPr>
            </a:pPr>
            <a:r>
              <a:t>GYMFIT SOLUTION</a:t>
            </a:r>
          </a:p>
          <a:p>
            <a:pPr>
              <a:spcAft>
                <a:spcPts val="600"/>
              </a:spcAft>
              <a:defRPr sz="1400" b="1">
                <a:solidFill>
                  <a:srgbClr val="F5F3FA"/>
                </a:solidFill>
              </a:defRPr>
            </a:pPr>
            <a:r>
              <a:t>In-App Self-Service Booking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Real-time calendar slot booking for 1-on-1 PT, HIIT classes, and recovery zones.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Single Platform, Dual Personas: Member &amp; Trainer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Why Dual-Role in a Single Application?</a:t>
            </a:r>
          </a:p>
          <a:p>
            <a:pPr>
              <a:spcAft>
                <a:spcPts val="1000"/>
              </a:spcAft>
              <a:defRPr sz="1100">
                <a:solidFill>
                  <a:srgbClr val="9C97AD"/>
                </a:solidFill>
              </a:defRPr>
            </a:pPr>
            <a:r>
              <a:t>Zero Store Fragmentation: No need for separate 'Gym Staff' and 'Gym Member' apps in app stores. Single deployment streamlines distribution.</a:t>
            </a:r>
          </a:p>
          <a:p>
            <a:pPr>
              <a:spcAft>
                <a:spcPts val="1000"/>
              </a:spcAft>
              <a:defRPr sz="1100">
                <a:solidFill>
                  <a:srgbClr val="9C97AD"/>
                </a:solidFill>
              </a:defRPr>
            </a:pPr>
            <a:r>
              <a:t>Instant Role Switch: Staff can preview member flows and members with coach privileges can manage appointments seamlessly.</a:t>
            </a:r>
          </a:p>
          <a:p>
            <a:pPr>
              <a:spcAft>
                <a:spcPts val="1000"/>
              </a:spcAft>
              <a:defRPr sz="1100">
                <a:solidFill>
                  <a:srgbClr val="9C97AD"/>
                </a:solidFill>
              </a:defRPr>
            </a:pPr>
            <a:r>
              <a:t>Real-time State Synchronization: Bookings, check-in scans, and schedule modifications instantly update both parties with zero lag.</a:t>
            </a:r>
          </a:p>
          <a:p>
            <a:pPr>
              <a:spcAft>
                <a:spcPts val="1000"/>
              </a:spcAft>
              <a:defRPr sz="1100">
                <a:solidFill>
                  <a:srgbClr val="9C97AD"/>
                </a:solidFill>
              </a:defRPr>
            </a:pPr>
            <a:r>
              <a:t>Dynamic Onboarding Flow: Visual athlete showcase guiding first-time members directly to membership goals or trainer verification.</a:t>
            </a:r>
          </a:p>
        </p:txBody>
      </p:sp>
      <p:pic>
        <p:nvPicPr>
          <p:cNvPr id="7" name="Picture 6" descr="gymfit_onboarding_brand_1786974121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MEMBER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Empowering Members with Interactive Tracking &amp; Instant Booking</a:t>
            </a:r>
          </a:p>
        </p:txBody>
      </p:sp>
      <p:pic>
        <p:nvPicPr>
          <p:cNvPr id="5" name="Picture 4" descr="gymfit_member_ui_17869740735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21208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</a:defRPr>
            </a:pPr>
            <a:r>
              <a:t>High-Retention Member Features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RepRing Circular Visualizer: Custom SVG dynamic progress ring displaying workout target % and daily calorie expenditure at a glance.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Guided Workout Routines: Pre-built Upper Body, Lower Body, and Cardio routines with exercise schemas, set/rep counters, and rest intervals.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Streak &amp; Challenge Engine: Daily milestone challenges (e.g. +50 XP bonus before 9:00 AM) that gamify attendance and build habits.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One-Tap Class &amp; PT Booking: Filter classes by category (Yoga, Strength, HIIT) or coach, inspect available time slots, and book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OPERATIONS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Contactless Access &amp; Powerful Trainer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5D3A"/>
                </a:solidFill>
              </a:defRPr>
            </a:pPr>
            <a:r>
              <a:t>Frictionless Check-Ins &amp; Coach Portal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Dynamic Fast Check-In QR Pass: Instant digital access pass with glowing laser scan animation and tier validity verification.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Live Trainer Attendance Scanner: Camera/Radar scanner verifying member access in &lt; 2 seconds, reducing front-desk lines by 65%.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Client Roster &amp; Performance Notes: Trainers track client fitness stats, weight milestones, and log workout notes per session.</a:t>
            </a:r>
          </a:p>
          <a:p>
            <a:pPr>
              <a:spcAft>
                <a:spcPts val="1100"/>
              </a:spcAft>
              <a:defRPr sz="1100">
                <a:solidFill>
                  <a:srgbClr val="9C97AD"/>
                </a:solidFill>
              </a:defRPr>
            </a:pPr>
            <a:r>
              <a:t>• Revenue &amp; Session Analytics: Real-time tracking of weekly billable hours, completed sessions, and coach earnings projections.</a:t>
            </a:r>
          </a:p>
        </p:txBody>
      </p:sp>
      <p:pic>
        <p:nvPicPr>
          <p:cNvPr id="7" name="Picture 6" descr="gymfit_trainer_qr_17869740969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CLIENT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Measurable Business Outcomes &amp; Return On Investment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8B5CF6"/>
                </a:solidFill>
              </a:defRPr>
            </a:pPr>
            <a:r>
              <a:t>+42%</a:t>
            </a:r>
          </a:p>
          <a:p>
            <a:pPr>
              <a:spcAft>
                <a:spcPts val="1200"/>
              </a:spcAft>
              <a:defRPr sz="1400" b="1">
                <a:solidFill>
                  <a:srgbClr val="F5F3FA"/>
                </a:solidFill>
              </a:defRPr>
            </a:pPr>
            <a:r>
              <a:t>Member Retention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Gamified daily streaks, challenge XP, and progress tracking keep members engaged and attending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4688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22C55E"/>
                </a:solidFill>
              </a:defRPr>
            </a:pPr>
            <a:r>
              <a:t>-65%</a:t>
            </a:r>
          </a:p>
          <a:p>
            <a:pPr>
              <a:spcAft>
                <a:spcPts val="1200"/>
              </a:spcAft>
              <a:defRPr sz="1400" b="1">
                <a:solidFill>
                  <a:srgbClr val="F5F3FA"/>
                </a:solidFill>
              </a:defRPr>
            </a:pPr>
            <a:r>
              <a:t>Front Desk Congestion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Instant self-service QR check-ins eliminate peak hour bottleneck lines and manual staff paperwork.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4688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5D3A"/>
                </a:solidFill>
              </a:defRPr>
            </a:pPr>
            <a:r>
              <a:t>+38%</a:t>
            </a:r>
          </a:p>
          <a:p>
            <a:pPr>
              <a:spcAft>
                <a:spcPts val="1200"/>
              </a:spcAft>
              <a:defRPr sz="1400" b="1">
                <a:solidFill>
                  <a:srgbClr val="F5F3FA"/>
                </a:solidFill>
              </a:defRPr>
            </a:pPr>
            <a:r>
              <a:t>Trainer Session Bookings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In-app discovery and direct time-slot booking increase personal training revenue per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46888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03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5F3FA"/>
                </a:solidFill>
              </a:defRPr>
            </a:pPr>
            <a:r>
              <a:t>~4 hrs/wk</a:t>
            </a:r>
          </a:p>
          <a:p>
            <a:pPr>
              <a:spcAft>
                <a:spcPts val="1200"/>
              </a:spcAft>
              <a:defRPr sz="1400" b="1">
                <a:solidFill>
                  <a:srgbClr val="F5F3FA"/>
                </a:solidFill>
              </a:defRPr>
            </a:pPr>
            <a:r>
              <a:t>Saved per Coach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Automated attendance, client rosters, and session reminders free trainers to focus on coaching.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ENGINEERING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Enterprise-Grade React Native &amp; Expo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803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8B5CF6"/>
                </a:solidFill>
              </a:defRPr>
            </a:pPr>
            <a:r>
              <a:t>Modern Tech Stack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React Native 0.86 &amp; Expo SDK 57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React 19 concurrent rendering engine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Native SVG Data-Visualizations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Google Fonts (Inter, Oswald, IBM Plex)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Cross-platform iOS &amp; Android compatibility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8803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8B5CF6"/>
                </a:solidFill>
              </a:defRPr>
            </a:pPr>
            <a:r>
              <a:t>Performance &amp; UX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Sub-100ms screen transitions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Optimized dark-mode aesthetic for gyms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Dynamic Safe Area insets handling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Haptic &amp; animated feedback on scans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Zero external charting bloat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554480"/>
            <a:ext cx="3337560" cy="457200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28803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8B5CF6"/>
                </a:solidFill>
              </a:defRPr>
            </a:pPr>
            <a:r>
              <a:t>Scalability &amp; Security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Centralized Predictable Reducer Store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Token-based QR Pass generation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Multi-facility studio expansion ready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Clean modular directory structure</a:t>
            </a:r>
          </a:p>
          <a:p>
            <a:pPr>
              <a:spcAft>
                <a:spcPts val="800"/>
              </a:spcAft>
              <a:defRPr sz="1100">
                <a:solidFill>
                  <a:srgbClr val="9C97AD"/>
                </a:solidFill>
              </a:defRPr>
            </a:pPr>
            <a:r>
              <a:t>• Cloud API &amp; Stripe billing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FUTURE GROWTH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F3FA"/>
                </a:solidFill>
              </a:defRPr>
            </a:pPr>
            <a:r>
              <a:t>Scalable Revenue Channels &amp; Feature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100584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</a:defRPr>
            </a:pPr>
            <a:r>
              <a:t>Phase 1: In-App Monetization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Tiered Membership Subscriptions (Basic, Unlimited, VIP Gold) with integrated recurring billing &amp; promo passes.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5912" cy="100584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5D3A"/>
                </a:solidFill>
              </a:defRPr>
            </a:pPr>
            <a:r>
              <a:t>Phase 2: Coach Commission Engine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Marketplace for personal trainers with automated commission splits on 1-on-1 sessions and specialty bootcamps.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5912" cy="100584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2C55E"/>
                </a:solidFill>
              </a:defRPr>
            </a:pPr>
            <a:r>
              <a:t>Phase 3: Wearable &amp; HealthKit Sync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Direct integration with Apple HealthKit, Google Fit, and Garmin for live heart rate and calorie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17151F"/>
          </a:solidFill>
          <a:ln w="12700">
            <a:solidFill>
              <a:srgbClr val="2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F3FA"/>
                </a:solidFill>
              </a:defRPr>
            </a:pPr>
            <a:r>
              <a:t>Phase 4: AI Workout &amp; Nutrition Coach</a:t>
            </a:r>
          </a:p>
          <a:p>
            <a:pPr>
              <a:defRPr sz="1100">
                <a:solidFill>
                  <a:srgbClr val="9C97AD"/>
                </a:solidFill>
              </a:defRPr>
            </a:pPr>
            <a:r>
              <a:t>AI-powered workout recommendations tailored to member past PRs, recovery score, and biometric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